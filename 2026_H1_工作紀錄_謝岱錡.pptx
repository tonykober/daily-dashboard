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2026 上半年工作紀錄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EEEE"/>
                </a:solidFill>
              </a:rPr>
              <a:t>謝岱錡（美術一組）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EEEEE"/>
                </a:solidFill>
              </a:rPr>
              <a:t>桑比槍台 / 鬥破蒼穹 / 瓢蟲少女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iGS 鈊象電子 - 商用研發一部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總工作紀錄：155 筆 ｜ 請假：3 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📊 總覽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月份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筆數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主專案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核心主題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1月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鬥破蒼穹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VAT/動作/骨架/CEC UI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2月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鬥破蒼穹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CEC+TimeZone版本UI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3月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36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鬥破→桑比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專案轉換/啟動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4月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桑比槍台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VAT shader/色彩/框體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5月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桑比槍台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美術管理+瓢蟲啟動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6月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桑比槍台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EEEEE"/>
                          </a:solidFill>
                        </a:rPr>
                        <a:t>瓢蟲動作製作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📅 1月 — 鬥破蒼穹（21筆）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雲韻法術動作製作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VAT測試與製程文件撰寫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雲山骨架綁定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桑比CEC版本UI調整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岩猿、獅王腳步控制設定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PT報告關鍵技術撰寫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MAX骨架製作與綁定交流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後製效果timeline控制測試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1188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其他活動：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美術AI分享報告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Unity TMP交流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瓢蟲美術視訊會議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美術成果展示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📅 2月 — 鬥破蒼穹/桑比版本（14筆）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桑比CEC版本UI調整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TimeZone版本倒數計時器/票數時間UI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接關元件製作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CEC結算數字尺寸位置調整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賀卡素材整理、算圖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timezone結算/開發碟測試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備註：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春節假期（2/14-2/22）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工作日較少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📅 3月 — 鬥破蒼穹→桑比槍台轉換（36筆）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【鬥破蒼穹收尾】3/2-3/13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甲蟲VAT工具撰寫/修改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甲蟲攻擊/跳躍動作調整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特效模型綁定、寶箱動態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shader測試、人力成本評估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【桑比槍台啟動】3/12-3/31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3/12 專案說明會議（正式啟動）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殭屍素材整理/角色材質整理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框體模擬圖製作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提案簡報/人力成本計算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外包合作流程/美術資產盤點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⭐ 關鍵轉折月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從鬥破蒼穹專案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全面轉入桑比槍台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📅 4月 — 桑比槍台全面投入（25筆）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VAT工具修改/角色VAT shader製作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色彩計畫討論/資料整理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美術同步會議/關卡草案/Timeline銜接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流程頁面/操作手冊整理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角色shader測試修改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BOSS戰行為討論、場景效果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小怪VAT製作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風格調整/框體外觀設計/場景提亮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暫代上飾板、特效精簡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11887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重點會議：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AI發展會議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UI草案/視覺目標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編輯器會議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專案工項同步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框體同步會議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📅 5月 — 美術管理+瓢蟲啟動（20筆）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【美術管理/進度追蹤】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外包美術同步/進度追蹤（整月）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LOGO設計/修改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框體設計/外觀討論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UI配置/設計共識討論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關卡優化/特效優化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【瓢蟲動作製作】5/26起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瓢蟲動作製作/連段修改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搗蛋鬼與小熊死亡動作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特效對位點動態修改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• VAT輸出說明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角色轉變：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從管理工作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轉為實作動作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📅 6月至今 — 瓢蟲角色動作（11筆）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瓢蟲/紅狐普攻動作修改（全月核心）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普攻特效編輯/碰撞編輯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連段攻擊調整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敵人推移動作/玩具熊死亡動作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鬼新娘模型修改套用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場景視角討論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• 紅狐普攻2段/跑步修改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AI相關活動：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AI外包分享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AI發展討論會議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AI動作生成介紹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AI職能資訊同步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• AI工作流資料整理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🔧 關鍵技術與成果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核心技術能力：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🎯 VAT (Vertex Animation Texture)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   → 工具開發/修改、文件撰寫、角色製作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🎯 Shader 開發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   → 角色shader測試/修改、色彩計畫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🎯 動作製作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   → 骨架綁定、法術動作、攻擊連段、死亡動作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🎯 美術管理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   → 外包同步、進度追蹤、資源盤點、成本計算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🎯 AI 導入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   → AI分享報告、AI動作生成、AI工作流整理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📈 上半年發展軌跡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1-2月  鬥破蒼穹：角色動作/VAT技術/UI開發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     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3月   專案轉換：鬥破收尾 + 桑比啟動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     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4月   桑比槍台：VAT shader/色彩計畫/框體設計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     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5月   美術管理：外包/LOGO/框體 + 瓢蟲啟動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     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</a:rPr>
              <a:t>  6月   瓢蟲動作：紅狐普攻/連段/特效（進行中）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持續貢獻：AI技術導入探索（貫穿全年）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2026-06-16T03:06:33Z</dcterms:created>
  <dcterms:modified xsi:type="dcterms:W3CDTF">2026-06-16T03:06:33Z</dcterms:modified>
</cp:coreProperties>
</file>